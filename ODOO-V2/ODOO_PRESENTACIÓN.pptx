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413" r:id="rId6"/>
    <p:sldId id="409" r:id="rId7"/>
    <p:sldId id="411" r:id="rId8"/>
    <p:sldId id="412" r:id="rId9"/>
    <p:sldId id="414" r:id="rId10"/>
    <p:sldId id="389" r:id="rId11"/>
    <p:sldId id="391" r:id="rId12"/>
    <p:sldId id="397" r:id="rId13"/>
    <p:sldId id="408" r:id="rId14"/>
    <p:sldId id="415" r:id="rId1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F6CAE-AB2B-495C-8AD4-D7B061B7674A}" v="7" dt="2026-06-12T06:19:20.137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Marquez" userId="b029555c0c39a29d" providerId="LiveId" clId="{7A6BD4C7-59AA-406A-A6BC-76DB803CCEE7}"/>
    <pc:docChg chg="undo custSel addSld delSld modSld">
      <pc:chgData name="Alberto Marquez" userId="b029555c0c39a29d" providerId="LiveId" clId="{7A6BD4C7-59AA-406A-A6BC-76DB803CCEE7}" dt="2026-06-12T06:21:28.919" v="781" actId="122"/>
      <pc:docMkLst>
        <pc:docMk/>
      </pc:docMkLst>
      <pc:sldChg chg="addSp delSp modSp mod modClrScheme chgLayout">
        <pc:chgData name="Alberto Marquez" userId="b029555c0c39a29d" providerId="LiveId" clId="{7A6BD4C7-59AA-406A-A6BC-76DB803CCEE7}" dt="2026-06-12T05:58:49.787" v="107" actId="1076"/>
        <pc:sldMkLst>
          <pc:docMk/>
          <pc:sldMk cId="1440871986" sldId="389"/>
        </pc:sldMkLst>
        <pc:spChg chg="mod">
          <ac:chgData name="Alberto Marquez" userId="b029555c0c39a29d" providerId="LiveId" clId="{7A6BD4C7-59AA-406A-A6BC-76DB803CCEE7}" dt="2026-06-12T05:58:49.787" v="107" actId="1076"/>
          <ac:spMkLst>
            <pc:docMk/>
            <pc:sldMk cId="1440871986" sldId="389"/>
            <ac:spMk id="2" creationId="{65B8CE60-587E-1D5C-8B50-ED3441BA49CE}"/>
          </ac:spMkLst>
        </pc:spChg>
        <pc:spChg chg="del">
          <ac:chgData name="Alberto Marquez" userId="b029555c0c39a29d" providerId="LiveId" clId="{7A6BD4C7-59AA-406A-A6BC-76DB803CCEE7}" dt="2026-06-12T05:56:35.823" v="94" actId="478"/>
          <ac:spMkLst>
            <pc:docMk/>
            <pc:sldMk cId="1440871986" sldId="389"/>
            <ac:spMk id="3" creationId="{0E02AE9C-BA1D-195E-3B93-A5A0CC03D8F3}"/>
          </ac:spMkLst>
        </pc:spChg>
        <pc:spChg chg="add del mod">
          <ac:chgData name="Alberto Marquez" userId="b029555c0c39a29d" providerId="LiveId" clId="{7A6BD4C7-59AA-406A-A6BC-76DB803CCEE7}" dt="2026-06-12T05:56:38.373" v="95" actId="478"/>
          <ac:spMkLst>
            <pc:docMk/>
            <pc:sldMk cId="1440871986" sldId="389"/>
            <ac:spMk id="5" creationId="{E28EDFA4-9895-D4EE-0F46-E2AC8ACBAB2E}"/>
          </ac:spMkLst>
        </pc:spChg>
        <pc:spChg chg="add del mod">
          <ac:chgData name="Alberto Marquez" userId="b029555c0c39a29d" providerId="LiveId" clId="{7A6BD4C7-59AA-406A-A6BC-76DB803CCEE7}" dt="2026-06-12T05:58:08.018" v="102" actId="22"/>
          <ac:spMkLst>
            <pc:docMk/>
            <pc:sldMk cId="1440871986" sldId="389"/>
            <ac:spMk id="9" creationId="{D5654570-9FE0-806A-02B4-6170FDE674EB}"/>
          </ac:spMkLst>
        </pc:spChg>
        <pc:spChg chg="add del mod">
          <ac:chgData name="Alberto Marquez" userId="b029555c0c39a29d" providerId="LiveId" clId="{7A6BD4C7-59AA-406A-A6BC-76DB803CCEE7}" dt="2026-06-12T05:57:09.386" v="97" actId="22"/>
          <ac:spMkLst>
            <pc:docMk/>
            <pc:sldMk cId="1440871986" sldId="389"/>
            <ac:spMk id="17" creationId="{4A3C5DBB-9E4F-59C0-14FA-E4FD4851FB50}"/>
          </ac:spMkLst>
        </pc:spChg>
        <pc:picChg chg="add mod ord">
          <ac:chgData name="Alberto Marquez" userId="b029555c0c39a29d" providerId="LiveId" clId="{7A6BD4C7-59AA-406A-A6BC-76DB803CCEE7}" dt="2026-06-12T05:58:19.518" v="103" actId="26606"/>
          <ac:picMkLst>
            <pc:docMk/>
            <pc:sldMk cId="1440871986" sldId="389"/>
            <ac:picMk id="7" creationId="{CF26102E-95D4-5289-20E7-7F8E55B7DCBC}"/>
          </ac:picMkLst>
        </pc:picChg>
        <pc:picChg chg="add mod ord">
          <ac:chgData name="Alberto Marquez" userId="b029555c0c39a29d" providerId="LiveId" clId="{7A6BD4C7-59AA-406A-A6BC-76DB803CCEE7}" dt="2026-06-12T05:58:35.094" v="106" actId="1076"/>
          <ac:picMkLst>
            <pc:docMk/>
            <pc:sldMk cId="1440871986" sldId="389"/>
            <ac:picMk id="11" creationId="{D98FCF3D-6BB3-2BC5-59D2-DD10086C62F6}"/>
          </ac:picMkLst>
        </pc:picChg>
        <pc:picChg chg="del mod">
          <ac:chgData name="Alberto Marquez" userId="b029555c0c39a29d" providerId="LiveId" clId="{7A6BD4C7-59AA-406A-A6BC-76DB803CCEE7}" dt="2026-06-12T05:57:27.784" v="101" actId="478"/>
          <ac:picMkLst>
            <pc:docMk/>
            <pc:sldMk cId="1440871986" sldId="389"/>
            <ac:picMk id="12" creationId="{7D5BDB53-9169-3BBC-9362-0539514AC7DD}"/>
          </ac:picMkLst>
        </pc:picChg>
      </pc:sldChg>
      <pc:sldChg chg="addSp delSp modSp mod">
        <pc:chgData name="Alberto Marquez" userId="b029555c0c39a29d" providerId="LiveId" clId="{7A6BD4C7-59AA-406A-A6BC-76DB803CCEE7}" dt="2026-06-12T06:13:38.652" v="364" actId="1076"/>
        <pc:sldMkLst>
          <pc:docMk/>
          <pc:sldMk cId="3200312026" sldId="391"/>
        </pc:sldMkLst>
        <pc:spChg chg="add mod">
          <ac:chgData name="Alberto Marquez" userId="b029555c0c39a29d" providerId="LiveId" clId="{7A6BD4C7-59AA-406A-A6BC-76DB803CCEE7}" dt="2026-06-12T06:12:20.784" v="350" actId="14100"/>
          <ac:spMkLst>
            <pc:docMk/>
            <pc:sldMk cId="3200312026" sldId="391"/>
            <ac:spMk id="2" creationId="{6EA2D27A-FE0A-4A33-22F2-8DAB16B0089D}"/>
          </ac:spMkLst>
        </pc:spChg>
        <pc:spChg chg="mod">
          <ac:chgData name="Alberto Marquez" userId="b029555c0c39a29d" providerId="LiveId" clId="{7A6BD4C7-59AA-406A-A6BC-76DB803CCEE7}" dt="2026-06-12T05:59:15.060" v="130" actId="20577"/>
          <ac:spMkLst>
            <pc:docMk/>
            <pc:sldMk cId="3200312026" sldId="391"/>
            <ac:spMk id="3" creationId="{545D3755-C3E2-975E-DE68-CDECC4B526EC}"/>
          </ac:spMkLst>
        </pc:spChg>
        <pc:spChg chg="add del mod">
          <ac:chgData name="Alberto Marquez" userId="b029555c0c39a29d" providerId="LiveId" clId="{7A6BD4C7-59AA-406A-A6BC-76DB803CCEE7}" dt="2026-06-12T06:08:56.927" v="318" actId="478"/>
          <ac:spMkLst>
            <pc:docMk/>
            <pc:sldMk cId="3200312026" sldId="391"/>
            <ac:spMk id="5" creationId="{DD8CDF60-4FA1-0454-3E45-D5E7571E298D}"/>
          </ac:spMkLst>
        </pc:spChg>
        <pc:spChg chg="del mod">
          <ac:chgData name="Alberto Marquez" userId="b029555c0c39a29d" providerId="LiveId" clId="{7A6BD4C7-59AA-406A-A6BC-76DB803CCEE7}" dt="2026-06-12T06:08:53.605" v="317" actId="478"/>
          <ac:spMkLst>
            <pc:docMk/>
            <pc:sldMk cId="3200312026" sldId="391"/>
            <ac:spMk id="7" creationId="{F70BD87D-F7DA-961B-4024-A354DC87D168}"/>
          </ac:spMkLst>
        </pc:spChg>
        <pc:spChg chg="add mod">
          <ac:chgData name="Alberto Marquez" userId="b029555c0c39a29d" providerId="LiveId" clId="{7A6BD4C7-59AA-406A-A6BC-76DB803CCEE7}" dt="2026-06-12T06:13:30.244" v="361" actId="1076"/>
          <ac:spMkLst>
            <pc:docMk/>
            <pc:sldMk cId="3200312026" sldId="391"/>
            <ac:spMk id="8" creationId="{6DF486D2-1557-B792-5353-45BE0C5275FC}"/>
          </ac:spMkLst>
        </pc:spChg>
        <pc:spChg chg="add del">
          <ac:chgData name="Alberto Marquez" userId="b029555c0c39a29d" providerId="LiveId" clId="{7A6BD4C7-59AA-406A-A6BC-76DB803CCEE7}" dt="2026-06-12T06:09:24.911" v="323" actId="478"/>
          <ac:spMkLst>
            <pc:docMk/>
            <pc:sldMk cId="3200312026" sldId="391"/>
            <ac:spMk id="10" creationId="{54FE6E08-4116-4A41-FFAD-2A7708AA653D}"/>
          </ac:spMkLst>
        </pc:spChg>
        <pc:spChg chg="add mod">
          <ac:chgData name="Alberto Marquez" userId="b029555c0c39a29d" providerId="LiveId" clId="{7A6BD4C7-59AA-406A-A6BC-76DB803CCEE7}" dt="2026-06-12T06:13:24.057" v="360" actId="1076"/>
          <ac:spMkLst>
            <pc:docMk/>
            <pc:sldMk cId="3200312026" sldId="391"/>
            <ac:spMk id="11" creationId="{8BAA8552-18C9-BFF1-32D6-6A221400D935}"/>
          </ac:spMkLst>
        </pc:spChg>
        <pc:picChg chg="add mod">
          <ac:chgData name="Alberto Marquez" userId="b029555c0c39a29d" providerId="LiveId" clId="{7A6BD4C7-59AA-406A-A6BC-76DB803CCEE7}" dt="2026-06-12T06:13:38.652" v="364" actId="1076"/>
          <ac:picMkLst>
            <pc:docMk/>
            <pc:sldMk cId="3200312026" sldId="391"/>
            <ac:picMk id="13" creationId="{59EE9D4B-E1BD-68C8-2DEB-F7B4360BC705}"/>
          </ac:picMkLst>
        </pc:picChg>
      </pc:sldChg>
      <pc:sldChg chg="modSp mod">
        <pc:chgData name="Alberto Marquez" userId="b029555c0c39a29d" providerId="LiveId" clId="{7A6BD4C7-59AA-406A-A6BC-76DB803CCEE7}" dt="2026-06-12T06:04:25.186" v="221" actId="20577"/>
        <pc:sldMkLst>
          <pc:docMk/>
          <pc:sldMk cId="2039059756" sldId="397"/>
        </pc:sldMkLst>
        <pc:spChg chg="mod">
          <ac:chgData name="Alberto Marquez" userId="b029555c0c39a29d" providerId="LiveId" clId="{7A6BD4C7-59AA-406A-A6BC-76DB803CCEE7}" dt="2026-06-12T06:04:25.186" v="221" actId="20577"/>
          <ac:spMkLst>
            <pc:docMk/>
            <pc:sldMk cId="2039059756" sldId="397"/>
            <ac:spMk id="3" creationId="{591442CD-A26D-1761-8CE7-8BC3075BB4ED}"/>
          </ac:spMkLst>
        </pc:spChg>
        <pc:spChg chg="mod">
          <ac:chgData name="Alberto Marquez" userId="b029555c0c39a29d" providerId="LiveId" clId="{7A6BD4C7-59AA-406A-A6BC-76DB803CCEE7}" dt="2026-06-12T06:03:55.770" v="153" actId="20577"/>
          <ac:spMkLst>
            <pc:docMk/>
            <pc:sldMk cId="2039059756" sldId="397"/>
            <ac:spMk id="9" creationId="{5AB6D40A-2A0A-AF3D-8CF7-3ECD37765637}"/>
          </ac:spMkLst>
        </pc:spChg>
      </pc:sldChg>
      <pc:sldChg chg="del">
        <pc:chgData name="Alberto Marquez" userId="b029555c0c39a29d" providerId="LiveId" clId="{7A6BD4C7-59AA-406A-A6BC-76DB803CCEE7}" dt="2026-06-12T06:04:42.558" v="222" actId="47"/>
        <pc:sldMkLst>
          <pc:docMk/>
          <pc:sldMk cId="4261132419" sldId="398"/>
        </pc:sldMkLst>
      </pc:sldChg>
      <pc:sldChg chg="del">
        <pc:chgData name="Alberto Marquez" userId="b029555c0c39a29d" providerId="LiveId" clId="{7A6BD4C7-59AA-406A-A6BC-76DB803CCEE7}" dt="2026-06-12T06:04:42.558" v="222" actId="47"/>
        <pc:sldMkLst>
          <pc:docMk/>
          <pc:sldMk cId="752428618" sldId="403"/>
        </pc:sldMkLst>
      </pc:sldChg>
      <pc:sldChg chg="del">
        <pc:chgData name="Alberto Marquez" userId="b029555c0c39a29d" providerId="LiveId" clId="{7A6BD4C7-59AA-406A-A6BC-76DB803CCEE7}" dt="2026-06-12T06:04:42.558" v="222" actId="47"/>
        <pc:sldMkLst>
          <pc:docMk/>
          <pc:sldMk cId="1850768898" sldId="404"/>
        </pc:sldMkLst>
      </pc:sldChg>
      <pc:sldChg chg="del">
        <pc:chgData name="Alberto Marquez" userId="b029555c0c39a29d" providerId="LiveId" clId="{7A6BD4C7-59AA-406A-A6BC-76DB803CCEE7}" dt="2026-06-12T06:04:42.558" v="222" actId="47"/>
        <pc:sldMkLst>
          <pc:docMk/>
          <pc:sldMk cId="4127695141" sldId="405"/>
        </pc:sldMkLst>
      </pc:sldChg>
      <pc:sldChg chg="del">
        <pc:chgData name="Alberto Marquez" userId="b029555c0c39a29d" providerId="LiveId" clId="{7A6BD4C7-59AA-406A-A6BC-76DB803CCEE7}" dt="2026-06-12T06:04:42.558" v="222" actId="47"/>
        <pc:sldMkLst>
          <pc:docMk/>
          <pc:sldMk cId="298364507" sldId="406"/>
        </pc:sldMkLst>
      </pc:sldChg>
      <pc:sldChg chg="del">
        <pc:chgData name="Alberto Marquez" userId="b029555c0c39a29d" providerId="LiveId" clId="{7A6BD4C7-59AA-406A-A6BC-76DB803CCEE7}" dt="2026-06-12T06:04:45.368" v="223" actId="47"/>
        <pc:sldMkLst>
          <pc:docMk/>
          <pc:sldMk cId="3088225330" sldId="407"/>
        </pc:sldMkLst>
      </pc:sldChg>
      <pc:sldChg chg="addSp delSp modSp mod">
        <pc:chgData name="Alberto Marquez" userId="b029555c0c39a29d" providerId="LiveId" clId="{7A6BD4C7-59AA-406A-A6BC-76DB803CCEE7}" dt="2026-06-12T06:20:19.488" v="753" actId="20577"/>
        <pc:sldMkLst>
          <pc:docMk/>
          <pc:sldMk cId="888484295" sldId="408"/>
        </pc:sldMkLst>
        <pc:spChg chg="mod">
          <ac:chgData name="Alberto Marquez" userId="b029555c0c39a29d" providerId="LiveId" clId="{7A6BD4C7-59AA-406A-A6BC-76DB803CCEE7}" dt="2026-06-12T06:04:54.517" v="246" actId="20577"/>
          <ac:spMkLst>
            <pc:docMk/>
            <pc:sldMk cId="888484295" sldId="408"/>
            <ac:spMk id="2" creationId="{805346ED-721D-85EE-2F1B-A31D0912DE29}"/>
          </ac:spMkLst>
        </pc:spChg>
        <pc:spChg chg="mod">
          <ac:chgData name="Alberto Marquez" userId="b029555c0c39a29d" providerId="LiveId" clId="{7A6BD4C7-59AA-406A-A6BC-76DB803CCEE7}" dt="2026-06-12T06:17:07.343" v="455" actId="12"/>
          <ac:spMkLst>
            <pc:docMk/>
            <pc:sldMk cId="888484295" sldId="408"/>
            <ac:spMk id="3" creationId="{DB097449-5B72-ADA0-3B2D-1CBC160D6B90}"/>
          </ac:spMkLst>
        </pc:spChg>
        <pc:spChg chg="del">
          <ac:chgData name="Alberto Marquez" userId="b029555c0c39a29d" providerId="LiveId" clId="{7A6BD4C7-59AA-406A-A6BC-76DB803CCEE7}" dt="2026-06-12T06:14:35.451" v="365" actId="478"/>
          <ac:spMkLst>
            <pc:docMk/>
            <pc:sldMk cId="888484295" sldId="408"/>
            <ac:spMk id="4" creationId="{41FC7B50-71A6-D8BE-C032-5EB4CF5706D5}"/>
          </ac:spMkLst>
        </pc:spChg>
        <pc:spChg chg="add del mod">
          <ac:chgData name="Alberto Marquez" userId="b029555c0c39a29d" providerId="LiveId" clId="{7A6BD4C7-59AA-406A-A6BC-76DB803CCEE7}" dt="2026-06-12T06:14:39.646" v="366" actId="478"/>
          <ac:spMkLst>
            <pc:docMk/>
            <pc:sldMk cId="888484295" sldId="408"/>
            <ac:spMk id="6" creationId="{03A5FC9F-F3AA-3347-93F6-E77436672F3F}"/>
          </ac:spMkLst>
        </pc:spChg>
        <pc:spChg chg="add mod">
          <ac:chgData name="Alberto Marquez" userId="b029555c0c39a29d" providerId="LiveId" clId="{7A6BD4C7-59AA-406A-A6BC-76DB803CCEE7}" dt="2026-06-12T06:19:32.369" v="626" actId="20577"/>
          <ac:spMkLst>
            <pc:docMk/>
            <pc:sldMk cId="888484295" sldId="408"/>
            <ac:spMk id="7" creationId="{1A2B2FE5-C313-AD96-D1BD-2CC0D7DD1006}"/>
          </ac:spMkLst>
        </pc:spChg>
        <pc:spChg chg="add mod">
          <ac:chgData name="Alberto Marquez" userId="b029555c0c39a29d" providerId="LiveId" clId="{7A6BD4C7-59AA-406A-A6BC-76DB803CCEE7}" dt="2026-06-12T06:20:19.488" v="753" actId="20577"/>
          <ac:spMkLst>
            <pc:docMk/>
            <pc:sldMk cId="888484295" sldId="408"/>
            <ac:spMk id="8" creationId="{3E0EFD2F-28CB-AC53-C798-BFA76FB8C37C}"/>
          </ac:spMkLst>
        </pc:spChg>
      </pc:sldChg>
      <pc:sldChg chg="addSp delSp modSp new mod">
        <pc:chgData name="Alberto Marquez" userId="b029555c0c39a29d" providerId="LiveId" clId="{7A6BD4C7-59AA-406A-A6BC-76DB803CCEE7}" dt="2026-06-12T06:21:28.919" v="781" actId="122"/>
        <pc:sldMkLst>
          <pc:docMk/>
          <pc:sldMk cId="1602416350" sldId="415"/>
        </pc:sldMkLst>
        <pc:spChg chg="mod">
          <ac:chgData name="Alberto Marquez" userId="b029555c0c39a29d" providerId="LiveId" clId="{7A6BD4C7-59AA-406A-A6BC-76DB803CCEE7}" dt="2026-06-12T06:21:28.919" v="781" actId="122"/>
          <ac:spMkLst>
            <pc:docMk/>
            <pc:sldMk cId="1602416350" sldId="415"/>
            <ac:spMk id="2" creationId="{766BE997-3E23-7735-AD6D-E6D287B6E0E4}"/>
          </ac:spMkLst>
        </pc:spChg>
        <pc:spChg chg="del">
          <ac:chgData name="Alberto Marquez" userId="b029555c0c39a29d" providerId="LiveId" clId="{7A6BD4C7-59AA-406A-A6BC-76DB803CCEE7}" dt="2026-06-12T06:05:36.719" v="295" actId="478"/>
          <ac:spMkLst>
            <pc:docMk/>
            <pc:sldMk cId="1602416350" sldId="415"/>
            <ac:spMk id="3" creationId="{855EEA66-3421-5491-546E-79322C72B634}"/>
          </ac:spMkLst>
        </pc:spChg>
        <pc:spChg chg="del">
          <ac:chgData name="Alberto Marquez" userId="b029555c0c39a29d" providerId="LiveId" clId="{7A6BD4C7-59AA-406A-A6BC-76DB803CCEE7}" dt="2026-06-12T06:05:39.015" v="296" actId="478"/>
          <ac:spMkLst>
            <pc:docMk/>
            <pc:sldMk cId="1602416350" sldId="415"/>
            <ac:spMk id="4" creationId="{2C823CDD-1DA0-0D4D-C9AA-5900A7020C48}"/>
          </ac:spMkLst>
        </pc:spChg>
        <pc:picChg chg="add del mod">
          <ac:chgData name="Alberto Marquez" userId="b029555c0c39a29d" providerId="LiveId" clId="{7A6BD4C7-59AA-406A-A6BC-76DB803CCEE7}" dt="2026-06-12T06:21:00.290" v="754" actId="478"/>
          <ac:picMkLst>
            <pc:docMk/>
            <pc:sldMk cId="1602416350" sldId="415"/>
            <ac:picMk id="6" creationId="{ADFCA239-3FFF-B91B-307C-7AAC5A4B7CED}"/>
          </ac:picMkLst>
        </pc:picChg>
        <pc:picChg chg="add del mod">
          <ac:chgData name="Alberto Marquez" userId="b029555c0c39a29d" providerId="LiveId" clId="{7A6BD4C7-59AA-406A-A6BC-76DB803CCEE7}" dt="2026-06-12T06:21:02.451" v="755" actId="478"/>
          <ac:picMkLst>
            <pc:docMk/>
            <pc:sldMk cId="1602416350" sldId="415"/>
            <ac:picMk id="8" creationId="{749A522C-2782-31A6-B866-5846A5D30A9C}"/>
          </ac:picMkLst>
        </pc:picChg>
        <pc:picChg chg="add mod">
          <ac:chgData name="Alberto Marquez" userId="b029555c0c39a29d" providerId="LiveId" clId="{7A6BD4C7-59AA-406A-A6BC-76DB803CCEE7}" dt="2026-06-12T06:21:10.969" v="757" actId="1076"/>
          <ac:picMkLst>
            <pc:docMk/>
            <pc:sldMk cId="1602416350" sldId="415"/>
            <ac:picMk id="10" creationId="{C9C70358-6401-089A-F6F3-2AED9661772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12/06/2026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12/06/2026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vert="horz" lIns="0" tIns="0" rIns="0" bIns="0" rtlCol="0" anchor="b">
            <a:normAutofit/>
          </a:bodyPr>
          <a:lstStyle>
            <a:defPPr>
              <a:defRPr lang="es-ES"/>
            </a:defPPr>
          </a:lstStyle>
          <a:p>
            <a:r>
              <a:rPr lang="es-PA" sz="5100" b="1" i="0" kern="1200" spc="100" baseline="0" noProof="0" dirty="0">
                <a:latin typeface="+mj-lt"/>
                <a:ea typeface="+mj-ea"/>
                <a:cs typeface="+mj-cs"/>
              </a:rPr>
              <a:t>Reclutamiento Inteligente: Automatización y Análisis con IA en Odoo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559943-BFCA-3E04-744E-FAC40EB17B65}"/>
              </a:ext>
            </a:extLst>
          </p:cNvPr>
          <p:cNvSpPr txBox="1"/>
          <p:nvPr/>
        </p:nvSpPr>
        <p:spPr>
          <a:xfrm>
            <a:off x="6309904" y="4549552"/>
            <a:ext cx="5486401" cy="1307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PA" sz="2300" b="1" i="0" kern="1200" noProof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Modificaciones del módulo de reclutamiento nativo con mejoras efectivas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PA" sz="2300" b="1" noProof="0" dirty="0">
                <a:solidFill>
                  <a:schemeClr val="tx2">
                    <a:lumMod val="75000"/>
                  </a:schemeClr>
                </a:solidFill>
              </a:rPr>
              <a:t>Alberto Márquez / Practicante universitario</a:t>
            </a:r>
            <a:endParaRPr lang="es-PA" sz="2300" b="1" i="0" kern="1200" noProof="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87BD-F3FB-19D5-EECE-3687D717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02A823D5-818A-C643-8D13-331D4CBC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pPr algn="ctr"/>
            <a:r>
              <a:rPr lang="es-PA" noProof="0" dirty="0"/>
              <a:t>El problema</a:t>
            </a:r>
          </a:p>
        </p:txBody>
      </p:sp>
      <p:pic>
        <p:nvPicPr>
          <p:cNvPr id="3" name="Picture 2" descr="mujer sentada en el escritorio sellando documentos. empleada ocupada con  papeleo en el lugar de trabajo. concepto de trabajo de oficina. ilustración  vectorial 13707635 Vector en Vecteezy">
            <a:extLst>
              <a:ext uri="{FF2B5EF4-FFF2-40B4-BE49-F238E27FC236}">
                <a16:creationId xmlns:a16="http://schemas.microsoft.com/office/drawing/2014/main" id="{330889B9-CC24-0D05-4118-952D93E7E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8" r="1" b="1"/>
          <a:stretch>
            <a:fillRect/>
          </a:stretch>
        </p:blipFill>
        <p:spPr bwMode="auto">
          <a:xfrm>
            <a:off x="887658" y="2939268"/>
            <a:ext cx="4490827" cy="226564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1C67071-4F67-278D-58F2-1351A7EB247D}"/>
              </a:ext>
            </a:extLst>
          </p:cNvPr>
          <p:cNvSpPr txBox="1">
            <a:spLocks/>
          </p:cNvSpPr>
          <p:nvPr/>
        </p:nvSpPr>
        <p:spPr>
          <a:xfrm>
            <a:off x="7202553" y="2072559"/>
            <a:ext cx="3796126" cy="3999060"/>
          </a:xfrm>
          <a:prstGeom prst="rect">
            <a:avLst/>
          </a:prstGeom>
        </p:spPr>
        <p:txBody>
          <a:bodyPr tIns="457200" rtlCol="0">
            <a:normAutofit/>
          </a:bodyPr>
          <a:lstStyle>
            <a:defPPr>
              <a:defRPr lang="es-ES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A" noProof="0" dirty="0"/>
              <a:t>Cuellos de botella en RRHH</a:t>
            </a:r>
          </a:p>
          <a:p>
            <a:r>
              <a:rPr lang="es-PA" noProof="0" dirty="0"/>
              <a:t>Factor humano</a:t>
            </a:r>
          </a:p>
          <a:p>
            <a:r>
              <a:rPr lang="es-PA" noProof="0" dirty="0"/>
              <a:t>Uso inadecuado del tiempo como recurso</a:t>
            </a:r>
          </a:p>
          <a:p>
            <a:r>
              <a:rPr lang="es-PA" noProof="0" dirty="0"/>
              <a:t>Trabajos repetitivos</a:t>
            </a:r>
          </a:p>
        </p:txBody>
      </p:sp>
    </p:spTree>
    <p:extLst>
      <p:ext uri="{BB962C8B-B14F-4D97-AF65-F5344CB8AC3E}">
        <p14:creationId xmlns:p14="http://schemas.microsoft.com/office/powerpoint/2010/main" val="100346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vert="horz" lIns="0" tIns="0" rIns="0" bIns="0" rtlCol="0" anchor="b">
            <a:normAutofit/>
          </a:bodyPr>
          <a:lstStyle>
            <a:defPPr>
              <a:defRPr lang="es-ES"/>
            </a:defPPr>
          </a:lstStyle>
          <a:p>
            <a:r>
              <a:rPr lang="es-PA" b="1" i="0" kern="1200" spc="100" baseline="0" noProof="0" dirty="0">
                <a:latin typeface="+mj-lt"/>
                <a:ea typeface="+mj-ea"/>
                <a:cs typeface="+mj-cs"/>
              </a:rPr>
              <a:t>¿La solución? </a:t>
            </a:r>
            <a:br>
              <a:rPr lang="es-PA" b="1" i="0" kern="1200" spc="100" baseline="0" noProof="0" dirty="0">
                <a:latin typeface="+mj-lt"/>
                <a:ea typeface="+mj-ea"/>
                <a:cs typeface="+mj-cs"/>
              </a:rPr>
            </a:br>
            <a:endParaRPr lang="es-PA" b="1" i="0" kern="1200" spc="100" baseline="0" noProof="0" dirty="0">
              <a:latin typeface="+mj-lt"/>
              <a:ea typeface="+mj-ea"/>
              <a:cs typeface="+mj-cs"/>
            </a:endParaRP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86F3212E-43D4-B450-B3FD-87C911E76DA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1697" r="21697"/>
          <a:stretch/>
        </p:blipFill>
        <p:spPr>
          <a:xfrm>
            <a:off x="0" y="-11078"/>
            <a:ext cx="5791200" cy="6880156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  <a:noFill/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DAC78EE-E814-DBBD-5CF1-DBE1793BA5D0}"/>
              </a:ext>
            </a:extLst>
          </p:cNvPr>
          <p:cNvSpPr txBox="1"/>
          <p:nvPr/>
        </p:nvSpPr>
        <p:spPr>
          <a:xfrm>
            <a:off x="6299835" y="4568602"/>
            <a:ext cx="5486400" cy="16459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PA" sz="2400" b="1" i="0" kern="1200" noProof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Integrar la IA a nuestro día a día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BD2B18E0-B0F8-2B76-3263-15FB6119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s-PA" noProof="0" dirty="0"/>
              <a:t>Bases generales</a:t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FDADE3B8-FDBA-DBBD-41A1-C2CE4CD984F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r>
              <a:rPr lang="es-PA" noProof="0" dirty="0"/>
              <a:t>¿Qué hemos construido?</a:t>
            </a:r>
            <a:r>
              <a:rPr lang="es-PA" b="0" noProof="0" dirty="0"/>
              <a:t> Una extensión del módulo nativo de reclutamiento de Odoo que actúa como un "Asistente de RRHH Automatizado</a:t>
            </a:r>
          </a:p>
          <a:p>
            <a:r>
              <a:rPr lang="es-PA" noProof="0" dirty="0"/>
              <a:t>Tecnología:</a:t>
            </a:r>
            <a:r>
              <a:rPr lang="es-PA" b="0" noProof="0" dirty="0"/>
              <a:t> Integración nativa con </a:t>
            </a:r>
            <a:r>
              <a:rPr lang="es-PA" noProof="0" dirty="0"/>
              <a:t>Google Gemini 2.5 Flash</a:t>
            </a:r>
            <a:r>
              <a:rPr lang="es-PA" b="0" noProof="0" dirty="0"/>
              <a:t> para procesar los adjuntos en tiempo real.</a:t>
            </a:r>
          </a:p>
          <a:p>
            <a:r>
              <a:rPr lang="es-PA" dirty="0"/>
              <a:t>¿Cómo es el flujo de procesos?</a:t>
            </a:r>
            <a:endParaRPr lang="es-PA" noProof="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AE95F8B0-A92A-7ABB-9E99-4490B4E5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87"/>
          <a:stretch>
            <a:fillRect/>
          </a:stretch>
        </p:blipFill>
        <p:spPr>
          <a:xfrm>
            <a:off x="6096000" y="10"/>
            <a:ext cx="6118225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110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D4BC9-43A1-5519-5D1C-B9EC72B2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s-PA" noProof="0" dirty="0"/>
              <a:t>Clasificación y priorización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5BB24-3C4A-AAE1-67A3-BD8390413E6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3322031" cy="346610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Prueba de compatibilidad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noProof="0" dirty="0"/>
              <a:t>La hora del puntaje</a:t>
            </a:r>
            <a:endParaRPr lang="es-PA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Sistema de estrellas</a:t>
            </a:r>
            <a:endParaRPr lang="es-PA" sz="24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Enrutamiento inteligente</a:t>
            </a:r>
            <a:endParaRPr lang="es-PA" sz="2400" noProof="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F730720-C410-4A9E-9FB3-33187213012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4276725" y="2210707"/>
            <a:ext cx="6096000" cy="39319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349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8822D-48F1-53D9-B32C-BA6E0D0C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El postulante y sus datos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4E523ED-1AC1-23F9-877C-B529BE44EF7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94360" y="2393624"/>
            <a:ext cx="6643159" cy="36235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D9BF86B-E0CD-B75B-FF65-0285129F3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1052"/>
            <a:ext cx="5219700" cy="472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5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10" y="278129"/>
            <a:ext cx="5063490" cy="235402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A" noProof="0" dirty="0"/>
              <a:t>Extracción de datos con IA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F26102E-95D4-5289-20E7-7F8E55B7DCB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rcRect t="33985" r="2" b="6804"/>
          <a:stretch>
            <a:fillRect/>
          </a:stretch>
        </p:blipFill>
        <p:spPr>
          <a:xfrm>
            <a:off x="594360" y="3279579"/>
            <a:ext cx="5044440" cy="2994415"/>
          </a:xfrm>
          <a:prstGeom prst="rect">
            <a:avLst/>
          </a:prstGeom>
          <a:noFill/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D98FCF3D-6BB3-2BC5-59D2-DD10086C62F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r="-1" b="24898"/>
          <a:stretch>
            <a:fillRect/>
          </a:stretch>
        </p:blipFill>
        <p:spPr>
          <a:xfrm>
            <a:off x="6886575" y="843463"/>
            <a:ext cx="4613275" cy="51710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PA" noProof="0" dirty="0"/>
              <a:t>Manejo de errores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PA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PA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PA" noProof="0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EA2D27A-FE0A-4A33-22F2-8DAB16B0089D}"/>
              </a:ext>
            </a:extLst>
          </p:cNvPr>
          <p:cNvSpPr txBox="1"/>
          <p:nvPr/>
        </p:nvSpPr>
        <p:spPr>
          <a:xfrm>
            <a:off x="594360" y="2375248"/>
            <a:ext cx="5501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1. Resiliencia de la API (</a:t>
            </a:r>
            <a:r>
              <a:rPr lang="es-PA" dirty="0" err="1">
                <a:solidFill>
                  <a:schemeClr val="bg1"/>
                </a:solidFill>
              </a:rPr>
              <a:t>Retries</a:t>
            </a:r>
            <a:r>
              <a:rPr lang="es-PA" dirty="0">
                <a:solidFill>
                  <a:schemeClr val="bg1"/>
                </a:solidFill>
              </a:rPr>
              <a:t> &amp; </a:t>
            </a:r>
            <a:r>
              <a:rPr lang="es-PA" dirty="0" err="1">
                <a:solidFill>
                  <a:schemeClr val="bg1"/>
                </a:solidFill>
              </a:rPr>
              <a:t>Exponential</a:t>
            </a:r>
            <a:r>
              <a:rPr lang="es-PA" dirty="0">
                <a:solidFill>
                  <a:schemeClr val="bg1"/>
                </a:solidFill>
              </a:rPr>
              <a:t> Backoff)</a:t>
            </a:r>
          </a:p>
          <a:p>
            <a:r>
              <a:rPr lang="es-PA" dirty="0">
                <a:solidFill>
                  <a:schemeClr val="bg1"/>
                </a:solidFill>
              </a:rPr>
              <a:t>Como dependemos de un servicio externo (Google Gemini), hemos preparado el sistema para caídas temporales o cuellos de botella.</a:t>
            </a:r>
          </a:p>
          <a:p>
            <a:endParaRPr lang="es-PA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F486D2-1557-B792-5353-45BE0C5275FC}"/>
              </a:ext>
            </a:extLst>
          </p:cNvPr>
          <p:cNvSpPr txBox="1"/>
          <p:nvPr/>
        </p:nvSpPr>
        <p:spPr>
          <a:xfrm>
            <a:off x="968354" y="3922462"/>
            <a:ext cx="5501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2. Manejo de Estado y </a:t>
            </a:r>
            <a:r>
              <a:rPr lang="es-PA" dirty="0" err="1">
                <a:solidFill>
                  <a:schemeClr val="bg1"/>
                </a:solidFill>
              </a:rPr>
              <a:t>Feedback</a:t>
            </a:r>
            <a:r>
              <a:rPr lang="es-PA" dirty="0">
                <a:solidFill>
                  <a:schemeClr val="bg1"/>
                </a:solidFill>
              </a:rPr>
              <a:t> UI (State Machine)</a:t>
            </a:r>
          </a:p>
          <a:p>
            <a:r>
              <a:rPr lang="es-PA" dirty="0">
                <a:solidFill>
                  <a:schemeClr val="bg1"/>
                </a:solidFill>
              </a:rPr>
              <a:t>El reclutador nunca se queda "a ciegas" si algo falla.</a:t>
            </a:r>
          </a:p>
          <a:p>
            <a:endParaRPr lang="es-PA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BAA8552-18C9-BFF1-32D6-6A221400D935}"/>
              </a:ext>
            </a:extLst>
          </p:cNvPr>
          <p:cNvSpPr txBox="1"/>
          <p:nvPr/>
        </p:nvSpPr>
        <p:spPr>
          <a:xfrm>
            <a:off x="2241264" y="4870382"/>
            <a:ext cx="4759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3. Intercepción Silenciosa (</a:t>
            </a:r>
            <a:r>
              <a:rPr lang="es-PA" dirty="0" err="1">
                <a:solidFill>
                  <a:schemeClr val="bg1"/>
                </a:solidFill>
              </a:rPr>
              <a:t>Silent</a:t>
            </a:r>
            <a:r>
              <a:rPr lang="es-PA" dirty="0">
                <a:solidFill>
                  <a:schemeClr val="bg1"/>
                </a:solidFill>
              </a:rPr>
              <a:t> </a:t>
            </a:r>
            <a:r>
              <a:rPr lang="es-PA" dirty="0" err="1">
                <a:solidFill>
                  <a:schemeClr val="bg1"/>
                </a:solidFill>
              </a:rPr>
              <a:t>Filtering</a:t>
            </a:r>
            <a:r>
              <a:rPr lang="es-PA" dirty="0">
                <a:solidFill>
                  <a:schemeClr val="bg1"/>
                </a:solidFill>
              </a:rPr>
              <a:t> &amp; </a:t>
            </a:r>
            <a:r>
              <a:rPr lang="es-PA" dirty="0" err="1">
                <a:solidFill>
                  <a:schemeClr val="bg1"/>
                </a:solidFill>
              </a:rPr>
              <a:t>Guardrails</a:t>
            </a:r>
            <a:r>
              <a:rPr lang="es-PA" dirty="0">
                <a:solidFill>
                  <a:schemeClr val="bg1"/>
                </a:solidFill>
              </a:rPr>
              <a:t>)</a:t>
            </a:r>
          </a:p>
          <a:p>
            <a:r>
              <a:rPr lang="es-PA" dirty="0">
                <a:solidFill>
                  <a:schemeClr val="bg1"/>
                </a:solidFill>
              </a:rPr>
              <a:t>Protegemos la experiencia del candidato (Front-</a:t>
            </a:r>
            <a:r>
              <a:rPr lang="es-PA" dirty="0" err="1">
                <a:solidFill>
                  <a:schemeClr val="bg1"/>
                </a:solidFill>
              </a:rPr>
              <a:t>end</a:t>
            </a:r>
            <a:r>
              <a:rPr lang="es-PA" dirty="0">
                <a:solidFill>
                  <a:schemeClr val="bg1"/>
                </a:solidFill>
              </a:rPr>
              <a:t>) de los errores del Back-</a:t>
            </a:r>
            <a:r>
              <a:rPr lang="es-PA" dirty="0" err="1">
                <a:solidFill>
                  <a:schemeClr val="bg1"/>
                </a:solidFill>
              </a:rPr>
              <a:t>end</a:t>
            </a:r>
            <a:r>
              <a:rPr lang="es-PA" dirty="0">
                <a:solidFill>
                  <a:schemeClr val="bg1"/>
                </a:solidFill>
              </a:rPr>
              <a:t>.</a:t>
            </a:r>
          </a:p>
          <a:p>
            <a:endParaRPr lang="es-PA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9EE9D4B-E1BD-68C8-2DEB-F7B4360BC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405" y="2126155"/>
            <a:ext cx="3241920" cy="324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PA" noProof="0" dirty="0"/>
              <a:t>Beneficios e impacto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PA" noProof="0" dirty="0"/>
              <a:t>Ahorro de tiempo</a:t>
            </a:r>
          </a:p>
          <a:p>
            <a:pPr rtl="0"/>
            <a:r>
              <a:rPr lang="es-PA" dirty="0"/>
              <a:t>Calidad de contratación</a:t>
            </a:r>
          </a:p>
          <a:p>
            <a:pPr rtl="0"/>
            <a:r>
              <a:rPr lang="es-PA" noProof="0" dirty="0"/>
              <a:t>Base de datos limpia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PA" noProof="0" dirty="0"/>
              <a:t>Oportunidades de mejora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3472815" cy="1781175"/>
          </a:xfrm>
        </p:spPr>
        <p:txBody>
          <a:bodyPr rtlCol="0"/>
          <a:lstStyle>
            <a:defPPr>
              <a:defRPr lang="es-ES"/>
            </a:defPPr>
          </a:lstStyle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PA" noProof="0" dirty="0"/>
              <a:t>Mejoras en el rendimiento:</a:t>
            </a:r>
            <a:endParaRPr lang="es-PA" dirty="0"/>
          </a:p>
          <a:p>
            <a:pPr rtl="0"/>
            <a:r>
              <a:rPr lang="es-PA" noProof="0" dirty="0"/>
              <a:t>Procesamiento asíncrono</a:t>
            </a:r>
          </a:p>
          <a:p>
            <a:pPr rtl="0"/>
            <a:r>
              <a:rPr lang="es-PA" dirty="0"/>
              <a:t>Soporte Multiformato</a:t>
            </a:r>
            <a:endParaRPr lang="es-PA" noProof="0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A2B2FE5-C313-AD96-D1BD-2CC0D7DD1006}"/>
              </a:ext>
            </a:extLst>
          </p:cNvPr>
          <p:cNvSpPr txBox="1">
            <a:spLocks/>
          </p:cNvSpPr>
          <p:nvPr/>
        </p:nvSpPr>
        <p:spPr>
          <a:xfrm>
            <a:off x="4267200" y="2676524"/>
            <a:ext cx="4057652" cy="1781175"/>
          </a:xfrm>
          <a:prstGeom prst="rect">
            <a:avLst/>
          </a:prstGeom>
        </p:spPr>
        <p:txBody>
          <a:bodyPr vert="horz" lIns="0" tIns="45720" rIns="0" bIns="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PA" dirty="0"/>
              <a:t>Automatización de comunicación:</a:t>
            </a:r>
          </a:p>
          <a:p>
            <a:r>
              <a:rPr lang="es-PA" dirty="0"/>
              <a:t>Emails o mensajes automáticos según evaluación</a:t>
            </a:r>
          </a:p>
          <a:p>
            <a:r>
              <a:rPr lang="es-PA" dirty="0"/>
              <a:t>Integración de Chat Bot preentrevista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3E0EFD2F-28CB-AC53-C798-BFA76FB8C37C}"/>
              </a:ext>
            </a:extLst>
          </p:cNvPr>
          <p:cNvSpPr txBox="1">
            <a:spLocks/>
          </p:cNvSpPr>
          <p:nvPr/>
        </p:nvSpPr>
        <p:spPr>
          <a:xfrm>
            <a:off x="594359" y="4705350"/>
            <a:ext cx="3472815" cy="1781175"/>
          </a:xfrm>
          <a:prstGeom prst="rect">
            <a:avLst/>
          </a:prstGeom>
        </p:spPr>
        <p:txBody>
          <a:bodyPr vert="horz" lIns="0" tIns="45720" rIns="0" bIns="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943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PA" dirty="0"/>
              <a:t>Inteligencia de negocio:</a:t>
            </a:r>
          </a:p>
          <a:p>
            <a:r>
              <a:rPr lang="es-PA" dirty="0" err="1"/>
              <a:t>Dashboard</a:t>
            </a:r>
            <a:r>
              <a:rPr lang="es-PA" dirty="0"/>
              <a:t> de calidad de candidatos</a:t>
            </a:r>
          </a:p>
          <a:p>
            <a:r>
              <a:rPr lang="es-PA" dirty="0"/>
              <a:t>Prevención de alucinaciones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BE997-3E23-7735-AD6D-E6D287B6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A" dirty="0"/>
              <a:t>GRACIAS POR SU ATENCIÓN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C70358-6401-089A-F6F3-2AED96617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783" y="2535237"/>
            <a:ext cx="6508433" cy="365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1635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{A2D0AB5D-38E9-415D-B9B6-1BBF0CCC1B97}TFd3b75063-ff25-434d-b12c-efeaf07d16c3e7f35a69_win32-0d75b5563924</Template>
  <TotalTime>77</TotalTime>
  <Words>277</Words>
  <Application>Microsoft Office PowerPoint</Application>
  <PresentationFormat>Panorámica</PresentationFormat>
  <Paragraphs>49</Paragraphs>
  <Slides>11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Personalizar</vt:lpstr>
      <vt:lpstr>Reclutamiento Inteligente: Automatización y Análisis con IA en Odoo</vt:lpstr>
      <vt:lpstr>El problema</vt:lpstr>
      <vt:lpstr>¿La solución?  </vt:lpstr>
      <vt:lpstr>Bases generales</vt:lpstr>
      <vt:lpstr>Clasificación y priorización</vt:lpstr>
      <vt:lpstr>El postulante y sus datos</vt:lpstr>
      <vt:lpstr>Extracción de datos con IA</vt:lpstr>
      <vt:lpstr>Manejo de errores</vt:lpstr>
      <vt:lpstr>Beneficios e impacto</vt:lpstr>
      <vt:lpstr>Oportunidades de mejora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Marquez</dc:creator>
  <cp:lastModifiedBy>Alberto Marquez</cp:lastModifiedBy>
  <cp:revision>1</cp:revision>
  <dcterms:created xsi:type="dcterms:W3CDTF">2026-06-12T05:03:46Z</dcterms:created>
  <dcterms:modified xsi:type="dcterms:W3CDTF">2026-06-12T06:21:35Z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